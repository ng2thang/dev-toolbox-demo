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_TOOLBOX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HỘI NHẬP ĐỘI NGŨ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kho mã nguồn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58368" y="2907792"/>
            <a:ext cx="4251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công cụ trình duyệt hữu ích. Quy trình bàn giao minh bạch. Kho mã nguồn được thiết kế để con người và Codex cùng cộng tác.</a:t>
            </a:r>
            <a:endParaRPr lang="en-US" sz="1900" dirty="0"/>
          </a:p>
        </p:txBody>
      </p:sp>
      <p:pic>
        <p:nvPicPr>
          <p:cNvPr id="7" name="Image 0" descr="D:\dev-toolbox-demo\docs\onboarding\assets\codex-toolbox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658368"/>
            <a:ext cx="626364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LÝ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tác vụ nhỏ của lập trình viên nên được xử lý tức thì.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Sản phẩm motivation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Chuyển đổi ngữ cảnh quá nhiều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Những chuyển đổi nhỏ thường khiến lập trình viên phải mở nhiều tab, đoạn mã và trang web không đáng tin cậy.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Dữ liệu đầu vào nhạy cảm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và payload nên ở lại trong trình duyệt khi không cần lưu trữ.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Công việc lặp lại trong đội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bộ công cụ chung tạo ra nơi xử lý thống nhất, dễ dự đoán và kiểm thử.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SẢN PHẨM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Khám phá bộ công cụ qua các ví dụ.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Tiện ích ưu tiên trình duyệt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&lt;/&gt;  JWT Decoder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header và payload.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eyJhbGciOi... → { sub, exp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 }  JSON Formatter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và định dạng dễ đọc.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{"ok":true} → indented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Timestamp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đổi theo cả hai chiều.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1970-01-01T00:00:00Z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UUID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giá trị v1, v4 hoặc v7.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019... → copy or regenerate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KHÁC BIỆT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 mã nguồn lưu trữ nhiều hơn code.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 → bằng chứng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Phạm vi và tiêu chí chấp nhận được quản lý phiên bản.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kết giao diện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Stitch và phê duyệt UI rõ ràng.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Hiện thực hóa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vi thuộc sở hữu tính năng với ranh giới rõ ràng.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bàn giao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thử, pull request và trạng thái preview.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Khả năng truy vết cho biết điều gì đã được yêu cầu, phê duyệt, thay đổi và xác minh.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CỘNG TÁC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là đồng đội, không phải chế độ tự động hoàn toàn.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người phê duyệt; Codex cung cấp bằng chứng</a:t>
            </a:r>
            <a:endParaRPr lang="en-US" sz="900" dirty="0"/>
          </a:p>
        </p:txBody>
      </p:sp>
      <p:pic>
        <p:nvPicPr>
          <p:cNvPr id="5" name="Image 0" descr="D:\dev-toolbox-demo\docs\onboarding\assets\human-codex-collabo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0749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664208"/>
            <a:ext cx="2606040" cy="352044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99048" y="1865376"/>
            <a:ext cx="220370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người chịu trách nhiệm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9048" y="2441448"/>
            <a:ext cx="2203704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Phạm vi và ưu tiên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Phê duyệt UI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Quyết định rủi ro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Đánh giá cuối cùng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32520" y="1664208"/>
            <a:ext cx="2606040" cy="3520440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C9D8F5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33688" y="1865376"/>
            <a:ext cx="220370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có thể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33688" y="2441448"/>
            <a:ext cx="2203704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Đọc hiểu ngữ cảnh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Hiện thực thay đổi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Chạy kiểm tra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Chuẩn bị bằng chứng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CHỈ DẪN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 lớp trả lời năm câu hỏi khác nhau.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Ngữ cảnh rõ ràng, có thể đánh giá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51560" y="1536192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536192"/>
            <a:ext cx="2011680" cy="621792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09344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609344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Chúng ta đã thống nhất xây dựng điều gì?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377440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377440"/>
            <a:ext cx="2011680" cy="62179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50592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Kỹ năng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50592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nên thực hiện loại công việc này như thế nào?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218688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218688"/>
            <a:ext cx="2011680" cy="62179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tắc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291840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gì luôn được phép, bắt buộc hoặc phải ngăn chặn?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4059936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059936"/>
            <a:ext cx="2011680" cy="621792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33088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4133088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Phần hiện thực nên được đặt ở đâu?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4901184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901184"/>
            <a:ext cx="2011680" cy="621792"/>
          </a:xfrm>
          <a:prstGeom prst="roundRect">
            <a:avLst/>
          </a:prstGeom>
          <a:solidFill>
            <a:srgbClr val="9A6500"/>
          </a:solidFill>
          <a:ln w="12700">
            <a:solidFill>
              <a:srgbClr val="9A6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974336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kiểm thử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974336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Làm sao biết kết quả hoạt động đúng?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TÍNH NĂNG THỰC TẾ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yêu cầu trở thành một lần bàn giao.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 thực tế: UUID Generator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960120" cy="502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REQ-005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64208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1664208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737360"/>
            <a:ext cx="15087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UUID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5384" y="1664208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được duyệt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68112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88736" y="1664208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4456" y="1737360"/>
            <a:ext cx="1325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features/uuid/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15784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36408" y="166420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82128" y="1737360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cấp kiểm thử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0576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1664208"/>
            <a:ext cx="8229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37360"/>
            <a:ext cx="7315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953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Nghiệp vụ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tạo UUID v1, v4 và v7.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312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5429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Tương tác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5429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Tạo, chọn phiên bản, sao chép, xóa và lưu.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4788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4905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4905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cầu, Stitch HTML/PNG, tests, commit, PR, preview.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LUỒNG DỮ LIỆU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Phần lớn xử lý ở máy người dùng. Việc lưu là chủ động.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ARCHITECTURE.md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257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47088"/>
            <a:ext cx="485546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LUỒNG MẶC ĐỊNH  ·  Công cụ chạy trong trình duyệt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423160"/>
            <a:ext cx="4855464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vào → logic tính năng → kết quả. Không cần gọi máy chủ để giải mã, định dạng, chuyển đổi hoặc tạo dữ liệu.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645920"/>
            <a:ext cx="5257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7376" y="1847088"/>
            <a:ext cx="485546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LUỒNG TÙY CHỌN  ·  Lần chạy được lưu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7376" y="2423160"/>
            <a:ext cx="4855464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thành công có thể được API kiểm tra và lưu qua repository chỉ chạy phía máy chủ.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vào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trình duyệt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65392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/api/runs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10928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PHÂN QUYỀN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Tôi nên thay đổi code ở đâu?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quyền theo tính năng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48056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Tác vụ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Vị trí chính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Lưu ý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Thêm công cụ lập trình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features/, thin route, lib/tools.ts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Thêm kiểm thử tập trung và bằng chứng Stitch.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Thay đổi điều hướng dùng chung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components/layout/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Registry vẫn là nguồn dữ liệu chuẩn.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Thay đổi lịch sử đã lưu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features/runs/, API, migration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Giữ quyền service-role chỉ ở máy chủ.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Thay đổi ngôn ngữ thiết kế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DESIGN.md and Stitch artifacts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Obtain explicit Phê duyệt UI first.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CHẤT LƯỢNG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tin cậy được xây theo nhiều lớp.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+ Playwright + npm run check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Hành vi cốt lõi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cụ có tạo kết quả đúng với đầu vào thông thường không?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version + format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Tương tác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dữ liệu, điều khiển, sao chép, xóa và lưu có hoạt động đúng không?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Trạng thái hiển thị cho người dùng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Khả năng phục hồi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có thể phục hồi sau dữ liệu lỗi, lỗi API hoặc thao tác lặp lại không?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Khôi phục sau lỗi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BẢO MẬT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Ranh giới máy chủ được thiết kế có chủ đích.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 boundary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65379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10512"/>
            <a:ext cx="59436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Bên trong ranh giới máy chủ tin cậy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487168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88336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Zod kiểm tra các yêu cầu từ bên ngoài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3264408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328416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529584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quản lý truy cập Supabase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4105656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169664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bất biến và có thứ tự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4946904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572768"/>
            <a:ext cx="4023360" cy="2423160"/>
          </a:xfrm>
          <a:prstGeom prst="roundRect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99248" y="1773936"/>
            <a:ext cx="362102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1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bao giờ vượt qua ranh giới này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9248" y="2350008"/>
            <a:ext cx="3621024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SUPABASE_SERVICE_ROLE_KEY không được xuất hiện trong component phía client, biến công khai, commit, ảnh chụp hoặc bằng chứng thiết kế được tạo.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4297680"/>
            <a:ext cx="38404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mọi diff và artifact để tránh lộ bí mật trước khi bàn giao.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TRẠNG THÁI HIỆN TẠI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Sử dụng bảng trạng thái hiện hành.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Trạng thái hiện tại, not permanent history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ĐÃ BÀN GIAO  ·  Timestamp + UUID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bàn giao is recorded.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ĐANG THỰC HIỆN  ·  JWT +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từng yêu cầu để biết hành động tiếp theo chính xác.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 dữ liệu chuẩn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docs/FEATURE_STATUS.md chứa người phụ trách, trở ngại, trạng thái phê duyệt và bằng chứng.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Đừng ghi nhớ slide này—tệp trạng thái trong kho mã được thiết kế để thay đổi.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30 PHÚT ĐẦU TIÊN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một tính năng từ đầu đến cuối.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 dẫn khám phá kho mã nguồn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 min  ·  Định hướng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Đọc README, AGENTS và tài liệu kiến trúc.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min  ·  Chạy ứng dụng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Khởi động ứng dụng và mở công cụ UUID.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min  ·  Truy vết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route, logic tính năng, mục registry và kiểm thử.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20–30 min  ·  Xác minh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ứng dụng a focused test and inspect requirement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TRƯỚC KHI BẮT ĐẦU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Đặt bốn câu hỏi hữu ích.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tốt giúp tránh làm lại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 đã sẵn sàng chưa?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trạng thái, tiêu chí chấp nhận và trở ngại.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3348" y="16642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8653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UI được duyệt?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4516" y="24414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Việc hiện thực ứng dụng phải chờ phê duyệt rõ ràng.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" y="36941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có ở lại máy người dùng không?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42702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thêm lưu trữ khi yêu cầu thực sự cần.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3348" y="34930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6941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Thay đổi nhỏ nhất cần thiết là gì?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4516" y="42702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Giữ phạm vi và chi phí đánh giá dễ hiểu.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CHÍNH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và thảo luận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Bắt đầu từ yêu cầu.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thúc bằng bằng chứng.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090672"/>
            <a:ext cx="43891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thứ ở giữa hai điểm đó phải dễ hiểu với đồng đội tiếp theo.</a:t>
            </a:r>
            <a:endParaRPr lang="en-US" sz="1900" dirty="0"/>
          </a:p>
        </p:txBody>
      </p:sp>
      <p:pic>
        <p:nvPicPr>
          <p:cNvPr id="7" name="Image 0" descr="D:\dev-toolbox-demo\docs\onboarding\assets\codex-toolbox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777240"/>
            <a:ext cx="571500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Dev Toolbox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Toolbox — Giới thiệu đội ngũ</dc:title>
  <dc:subject>Giới thiệu kho mã nguồn và cách cộng tác với Codex</dc:subject>
  <dc:creator>Dev Toolbox team</dc:creator>
  <cp:lastModifiedBy>Dev Toolbox team</cp:lastModifiedBy>
  <cp:revision>1</cp:revision>
  <dcterms:created xsi:type="dcterms:W3CDTF">2026-08-24T07:41:09Z</dcterms:created>
  <dcterms:modified xsi:type="dcterms:W3CDTF">2026-08-24T07:41:09Z</dcterms:modified>
</cp:coreProperties>
</file>