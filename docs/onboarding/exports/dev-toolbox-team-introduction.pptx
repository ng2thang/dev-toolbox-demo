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dev-toolbox-demo\docs\onboarding\exports\slides\slide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dev-toolbox-demo\docs\onboarding\exports\slides\slide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dev-toolbox-demo\docs\onboarding\exports\slides\slide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dev-toolbox-demo\docs\onboarding\exports\slides\slide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dev-toolbox-demo\docs\onboarding\exports\slides\slide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dev-toolbox-demo\docs\onboarding\exports\slides\slide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dev-toolbox-demo\docs\onboarding\exports\slides\slide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dev-toolbox-demo\docs\onboarding\exports\slides\slide-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dev-toolbox-demo\docs\onboarding\exports\slides\slide-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dev-toolbox-demo\docs\onboarding\exports\slides\slide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dev-toolbox-demo\docs\onboarding\exports\slides\slide-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dev-toolbox-demo\docs\onboarding\exports\slides\slide-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dev-toolbox-demo\docs\onboarding\exports\slides\slide-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dev-toolbox-demo\docs\onboarding\exports\slides\slide-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dev-toolbox-demo\docs\onboarding\exports\slides\slide-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Dev Toolbox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 Toolbox — Team Introduction</dc:title>
  <dc:subject>Repository and Codex team onboarding</dc:subject>
  <dc:creator>Dev Toolbox team</dc:creator>
  <cp:lastModifiedBy>Dev Toolbox team</cp:lastModifiedBy>
  <cp:revision>1</cp:revision>
  <dcterms:created xsi:type="dcterms:W3CDTF">2026-08-24T07:17:08Z</dcterms:created>
  <dcterms:modified xsi:type="dcterms:W3CDTF">2026-08-24T07:17:08Z</dcterms:modified>
</cp:coreProperties>
</file>