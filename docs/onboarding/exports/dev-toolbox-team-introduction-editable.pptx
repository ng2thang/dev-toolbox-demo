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_TOOLBOX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ONBOARDING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58368" y="2907792"/>
            <a:ext cx="4251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browser tools. A visible delivery system. A repository designed for people and Codex to work together.</a:t>
            </a:r>
            <a:endParaRPr lang="en-US" sz="1900" dirty="0"/>
          </a:p>
        </p:txBody>
      </p:sp>
      <p:pic>
        <p:nvPicPr>
          <p:cNvPr id="7" name="Image 0" descr="D:\dev-toolbox-demo\docs\onboarding\assets\codex-toolbox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658368"/>
            <a:ext cx="626364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chores should feel instant.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motivation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Too much context switching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conversions often send developers through tabs, snippets, and untrusted sites.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Sensitive 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and payloads should remain in the browser whenever persistence is unnecessary.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Repeated team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toolbox gives common tasks one predictable, testable home.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the toolbox through examples.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Browser-first utilities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&lt;/&gt;  JWT Decoder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header and payload.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eyJhbGciOi... → { sub, exp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 }  JSON Formatter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pretty-print.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{"ok":true} → indented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Timestamp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in both directions.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1970-01-01T00:00:00Z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UUID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v1, v4, or v7 values.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019... → copy or regenerate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DIFFERENCE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stores more than code.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→ evidence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scope and acceptance criteria.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evidence and explicit UI approval.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Feature-owned behavior with clear boundaries.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evidence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pull request, and preview status.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shows what was requested, approved, changed, and verified.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COLLABORATION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is a teammate, not autopilot.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approve; Codex delivers evidence</a:t>
            </a:r>
            <a:endParaRPr lang="en-US" sz="900" dirty="0"/>
          </a:p>
        </p:txBody>
      </p:sp>
      <p:pic>
        <p:nvPicPr>
          <p:cNvPr id="5" name="Image 0" descr="D:\dev-toolbox-demo\docs\onboarding\assets\human-codex-collabo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0749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664208"/>
            <a:ext cx="2606040" cy="352044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99048" y="1865376"/>
            <a:ext cx="220370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own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9048" y="2441448"/>
            <a:ext cx="2203704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 and priority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UI approval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decisions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review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32520" y="1664208"/>
            <a:ext cx="2606040" cy="3520440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C9D8F5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33688" y="1865376"/>
            <a:ext cx="220370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can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33688" y="2441448"/>
            <a:ext cx="2203704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Inspect context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 changes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checks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evidence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INSTRUCTIONS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layers answer five different questions.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Explicit, reviewable 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51560" y="1536192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536192"/>
            <a:ext cx="2011680" cy="621792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09344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609344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we agree to build?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377440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377440"/>
            <a:ext cx="2011680" cy="62179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50592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50592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Codex perform this kind of work?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218688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218688"/>
            <a:ext cx="2011680" cy="62179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291840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always be allowed, required, or prevented?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4059936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059936"/>
            <a:ext cx="2011680" cy="621792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33088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4133088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the implementation belong?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4901184"/>
            <a:ext cx="100584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901184"/>
            <a:ext cx="2011680" cy="621792"/>
          </a:xfrm>
          <a:prstGeom prst="roundRect">
            <a:avLst/>
          </a:prstGeom>
          <a:solidFill>
            <a:srgbClr val="9A6500"/>
          </a:solidFill>
          <a:ln w="12700">
            <a:solidFill>
              <a:srgbClr val="9A6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974336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974336"/>
            <a:ext cx="7406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know the result works?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REAL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request becomes a delivery.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Generator case study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960120" cy="502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REQ-005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64208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1664208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737360"/>
            <a:ext cx="15087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UUID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5384" y="1664208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approved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68112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88736" y="1664208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4456" y="1737360"/>
            <a:ext cx="1325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features/uuid/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15784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36408" y="166420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82128" y="1737360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test levels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0576" y="1801368"/>
            <a:ext cx="256032" cy="228600"/>
          </a:xfrm>
          <a:prstGeom prst="chevron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1664208"/>
            <a:ext cx="8229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37360"/>
            <a:ext cx="7315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953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v1, v4, and v7 generation logic.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312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5429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5429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Generate, select version, copy, clear, and save.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47888" y="278892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49056" y="2990088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49056" y="3566160"/>
            <a:ext cx="3072384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Requirement, Stitch HTML/PNG, tests, commit, PR, preview.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DATA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work stays local. Saving is explicit.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ARCHITECTURE.md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257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47088"/>
            <a:ext cx="485546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PATH  ·  Browser-local 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423160"/>
            <a:ext cx="4855464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→ feature logic → result. No server request is needed for decoding, formatting, conversion, or generation.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645920"/>
            <a:ext cx="5257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7376" y="1847088"/>
            <a:ext cx="485546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PATH  ·  Saved run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7376" y="2423160"/>
            <a:ext cx="4855464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successful result can be validated by the API and persisted through a server-only repository.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425196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65392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/api/runs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10928" y="425196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4325112"/>
            <a:ext cx="11430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OWNERSHIP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I change code?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Feature-first ownership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48056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location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Remember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a developer tool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features/, thin route, lib/tools.ts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focused tests and Stitch evidence.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shared navigation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components/layout/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registry remains the source of truth.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saved runs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features/runs/, API, migration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service-role access server-only.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visual language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DESIGN.md and Stitch artifacts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Obtain explicit UI approval first.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is layered.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+ Playwright + npm run check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Core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tool produce the right result for normal input?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version + format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Interaction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validation, controls, copy, clear, and save behave correctly?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user states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Resilience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user recover from malformed input, API failure, or repeated actions?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recovery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boundary is deliberate.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boundary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65379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10512"/>
            <a:ext cx="59436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the trusted server boundary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487168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88336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Zod validates external requests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3264408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328416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529584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owns Supabase 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4105656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169664"/>
            <a:ext cx="589788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54955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Migrations are immutable and ordered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4946904"/>
            <a:ext cx="5495544" cy="-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572768"/>
            <a:ext cx="4023360" cy="2423160"/>
          </a:xfrm>
          <a:prstGeom prst="roundRect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99248" y="1773936"/>
            <a:ext cx="362102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1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cross this 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9248" y="2350008"/>
            <a:ext cx="3621024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SUPABASE_SERVICE_ROLE_KEY must not enter client components, public variables, commits, screenshots, or generated design evidence.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4297680"/>
            <a:ext cx="38404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every diff and artifact for secrets before delivery.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live status index.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state, not permanent history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 ·  Timestamp + UUID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evidence is recorded.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  ·  JWT +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each requirement for its exact next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664208"/>
            <a:ext cx="3474720" cy="3200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865376"/>
            <a:ext cx="307238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07238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docs/FEATURE_STATUS.md contains owners, blockers, approval state, and evidence.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memorizing this slide—the checked-in status file is designed to change.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FIRST 30 MINUTES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one feature end to end.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guided repository walk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 min  ·  Orient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README, AGENTS, and architecture.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585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02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min  ·  Run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702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app and open the UUID tool.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334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min  ·  Trace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51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its route, feature logic, registry entry, and tests.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838" y="1664208"/>
            <a:ext cx="254889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2006" y="1865376"/>
            <a:ext cx="214655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20–30 min  ·  Prove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2006" y="2441448"/>
            <a:ext cx="2146554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focused test and inspect requirement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BEFORE YOU 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four useful questions.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questions prevent rework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653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requirement ready?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its status, acceptance criteria, and blockers.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3348" y="16642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8653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UI approved?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4516" y="24414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implementation waits for explicit approval.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" y="36941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data stay local?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42702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persistence only when the requirement needs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3348" y="3493008"/>
            <a:ext cx="53263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5C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694176"/>
            <a:ext cx="492404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smallest change?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4516" y="4270248"/>
            <a:ext cx="492404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scope and review cost easy to understand.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4282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and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requirement.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55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with evidence.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090672"/>
            <a:ext cx="43891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between those points should be understandable to the next teammate.</a:t>
            </a:r>
            <a:endParaRPr lang="en-US" sz="1900" dirty="0"/>
          </a:p>
        </p:txBody>
      </p:sp>
      <p:pic>
        <p:nvPicPr>
          <p:cNvPr id="7" name="Image 0" descr="D:\dev-toolbox-demo\docs\onboarding\assets\codex-toolbox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777240"/>
            <a:ext cx="571500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Dev Toolbox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Toolbox — Team Introduction</dc:title>
  <dc:subject>Repository and Codex team onboarding</dc:subject>
  <dc:creator>Dev Toolbox team</dc:creator>
  <cp:lastModifiedBy>Dev Toolbox team</cp:lastModifiedBy>
  <cp:revision>1</cp:revision>
  <dcterms:created xsi:type="dcterms:W3CDTF">2026-08-24T07:30:07Z</dcterms:created>
  <dcterms:modified xsi:type="dcterms:W3CDTF">2026-08-24T07:30:07Z</dcterms:modified>
</cp:coreProperties>
</file>